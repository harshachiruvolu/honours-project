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9" r:id="rId3"/>
    <p:sldId id="301" r:id="rId4"/>
    <p:sldId id="302" r:id="rId5"/>
    <p:sldId id="290" r:id="rId6"/>
    <p:sldId id="292" r:id="rId7"/>
    <p:sldId id="291" r:id="rId8"/>
    <p:sldId id="299" r:id="rId9"/>
    <p:sldId id="293" r:id="rId10"/>
    <p:sldId id="297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10" autoAdjust="0"/>
  </p:normalViewPr>
  <p:slideViewPr>
    <p:cSldViewPr snapToGrid="0">
      <p:cViewPr varScale="1">
        <p:scale>
          <a:sx n="65" d="100"/>
          <a:sy n="65" d="100"/>
        </p:scale>
        <p:origin x="6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9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3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7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28332"/>
          </a:xfrm>
        </p:spPr>
        <p:txBody>
          <a:bodyPr>
            <a:normAutofit fontScale="90000"/>
          </a:bodyPr>
          <a:lstStyle/>
          <a:p>
            <a:r>
              <a:rPr lang="en-IN" sz="4800" dirty="0" smtClean="0"/>
              <a:t>Honours Project </a:t>
            </a:r>
            <a:r>
              <a:rPr lang="en-IN" sz="4800" dirty="0"/>
              <a:t>Title </a:t>
            </a: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4800" dirty="0" smtClean="0"/>
              <a:t>(</a:t>
            </a:r>
            <a:r>
              <a:rPr lang="en-IN" sz="4800" i="1" dirty="0"/>
              <a:t>as agreed upon by the Guide</a:t>
            </a:r>
            <a:r>
              <a:rPr lang="en-IN" sz="4800" dirty="0" smtClean="0"/>
              <a:t>)</a:t>
            </a:r>
            <a:br>
              <a:rPr lang="en-IN" sz="4800" dirty="0" smtClean="0"/>
            </a:br>
            <a:r>
              <a:rPr lang="en-IN" sz="2700" dirty="0" smtClean="0"/>
              <a:t>Honours Project Phase1 Review1</a:t>
            </a:r>
            <a:endParaRPr lang="en-IN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252" y="2987258"/>
            <a:ext cx="9144000" cy="1655762"/>
          </a:xfrm>
        </p:spPr>
        <p:txBody>
          <a:bodyPr/>
          <a:lstStyle/>
          <a:p>
            <a:r>
              <a:rPr lang="en-IN" sz="2800" dirty="0" smtClean="0"/>
              <a:t>By</a:t>
            </a:r>
            <a:endParaRPr lang="en-IN" sz="2800" dirty="0"/>
          </a:p>
          <a:p>
            <a:r>
              <a:rPr lang="en-IN" sz="2800" i="1" dirty="0"/>
              <a:t>Name </a:t>
            </a:r>
            <a:r>
              <a:rPr lang="en-IN" sz="2800" i="1" dirty="0" smtClean="0"/>
              <a:t>of the student</a:t>
            </a:r>
          </a:p>
          <a:p>
            <a:r>
              <a:rPr lang="en-IN" sz="2800" i="1" dirty="0" smtClean="0"/>
              <a:t>Roll </a:t>
            </a:r>
            <a:r>
              <a:rPr lang="en-IN" sz="2800" i="1" dirty="0" smtClean="0"/>
              <a:t>number</a:t>
            </a:r>
            <a:endParaRPr lang="en-IN" sz="2800" i="1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64305" y="6112042"/>
            <a:ext cx="4989095" cy="609433"/>
          </a:xfrm>
        </p:spPr>
        <p:txBody>
          <a:bodyPr/>
          <a:lstStyle/>
          <a:p>
            <a:r>
              <a:rPr lang="en-US" dirty="0"/>
              <a:t>Indian Institute of Information Technology </a:t>
            </a:r>
            <a:r>
              <a:rPr lang="en-US" dirty="0" err="1"/>
              <a:t>Kottayam</a:t>
            </a:r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i="1" dirty="0"/>
              <a:t>Name of the Project Guide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Motivation</a:t>
            </a:r>
          </a:p>
          <a:p>
            <a:r>
              <a:rPr lang="en-US" dirty="0" smtClean="0"/>
              <a:t>Literature Review</a:t>
            </a:r>
          </a:p>
          <a:p>
            <a:r>
              <a:rPr lang="en-US" dirty="0" smtClean="0"/>
              <a:t>Research Gaps (Optional)</a:t>
            </a:r>
          </a:p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Objectives</a:t>
            </a:r>
          </a:p>
          <a:p>
            <a:r>
              <a:rPr lang="en-IN" dirty="0"/>
              <a:t>Methodology Outline/ Architecture/ </a:t>
            </a:r>
            <a:r>
              <a:rPr lang="en-IN" dirty="0" smtClean="0"/>
              <a:t>Design</a:t>
            </a:r>
          </a:p>
          <a:p>
            <a:r>
              <a:rPr lang="en-US" dirty="0" smtClean="0"/>
              <a:t>3-Semester Timeline</a:t>
            </a:r>
          </a:p>
          <a:p>
            <a:r>
              <a:rPr lang="en-US" dirty="0" smtClean="0"/>
              <a:t>References</a:t>
            </a:r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Brief intro to your Topic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Significance of the area you are working.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7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Motivation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r>
              <a:rPr lang="en-US" dirty="0"/>
              <a:t>Discuss the motivation for selecting this particular topic.</a:t>
            </a:r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Study of the other similar approaches to the problem you are solving.</a:t>
            </a:r>
          </a:p>
          <a:p>
            <a:endParaRPr lang="en-IN" dirty="0"/>
          </a:p>
          <a:p>
            <a:r>
              <a:rPr lang="en-IN" dirty="0"/>
              <a:t>Could be </a:t>
            </a:r>
            <a:r>
              <a:rPr lang="en-IN" b="1" dirty="0"/>
              <a:t>Journal/Conference papers </a:t>
            </a:r>
            <a:r>
              <a:rPr lang="en-IN" dirty="0"/>
              <a:t>OR </a:t>
            </a:r>
            <a:r>
              <a:rPr lang="en-IN" b="1" dirty="0"/>
              <a:t>Patents</a:t>
            </a:r>
            <a:r>
              <a:rPr lang="en-IN" dirty="0"/>
              <a:t> OR </a:t>
            </a:r>
            <a:r>
              <a:rPr lang="en-IN" b="1" dirty="0"/>
              <a:t>any other work </a:t>
            </a:r>
            <a:r>
              <a:rPr lang="en-IN" dirty="0"/>
              <a:t>that fits the criteria.</a:t>
            </a:r>
          </a:p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Research Gaps(</a:t>
            </a:r>
            <a:r>
              <a:rPr lang="en-IN" i="1" dirty="0" smtClean="0"/>
              <a:t>Optional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Research Gap you have identified in the existing approach OR Novelty of your approach as compared to other approaches.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Precise description of the problem you are trying to solve.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Precise </a:t>
            </a:r>
            <a:r>
              <a:rPr lang="en-IN" dirty="0" smtClean="0"/>
              <a:t>objectives of </a:t>
            </a:r>
            <a:r>
              <a:rPr lang="en-IN" dirty="0"/>
              <a:t>the problem you are trying to solve.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8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041" y="500062"/>
            <a:ext cx="10515600" cy="1325563"/>
          </a:xfrm>
        </p:spPr>
        <p:txBody>
          <a:bodyPr/>
          <a:lstStyle/>
          <a:p>
            <a:r>
              <a:rPr lang="en-IN" dirty="0" smtClean="0"/>
              <a:t>Methodology Outline/ Architecture/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Architecture of the proposed work. </a:t>
            </a:r>
          </a:p>
          <a:p>
            <a:endParaRPr lang="en-IN" dirty="0"/>
          </a:p>
          <a:p>
            <a:r>
              <a:rPr lang="en-IN" dirty="0"/>
              <a:t>Give an overview about how you are approaching the problem.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3-Semester Timeline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 smtClean="0"/>
              <a:t>Work plan for the proposed work (using Gantt chart,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10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References in IEEE format.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11</a:t>
            </a:fld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43" y="78543"/>
            <a:ext cx="1861196" cy="8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273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Honours Project Title  (as agreed upon by the Guide) Honours Project Phase1 Review1</vt:lpstr>
      <vt:lpstr>Outline</vt:lpstr>
      <vt:lpstr>Introduction</vt:lpstr>
      <vt:lpstr>Motivation</vt:lpstr>
      <vt:lpstr>Literature Review</vt:lpstr>
      <vt:lpstr>Research Gaps(Optional)</vt:lpstr>
      <vt:lpstr>Problem Statement</vt:lpstr>
      <vt:lpstr>Objectives</vt:lpstr>
      <vt:lpstr>Methodology Outline/ Architecture/ Design</vt:lpstr>
      <vt:lpstr>3-Semester Timeline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IIIT-KOTTAYAM</cp:lastModifiedBy>
  <cp:revision>295</cp:revision>
  <dcterms:created xsi:type="dcterms:W3CDTF">2021-08-20T07:15:07Z</dcterms:created>
  <dcterms:modified xsi:type="dcterms:W3CDTF">2026-02-23T14:02:44Z</dcterms:modified>
</cp:coreProperties>
</file>